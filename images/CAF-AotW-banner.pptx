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sldIdLst>
    <p:sldId id="256" r:id="rId2"/>
  </p:sldIdLst>
  <p:sldSz cx="7315200" cy="914400" type="banner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D5B9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 varScale="1">
        <p:scale>
          <a:sx n="167" d="100"/>
          <a:sy n="167" d="100"/>
        </p:scale>
        <p:origin x="132" y="2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49648"/>
            <a:ext cx="5486400" cy="318347"/>
          </a:xfrm>
        </p:spPr>
        <p:txBody>
          <a:bodyPr anchor="b"/>
          <a:lstStyle>
            <a:lvl1pPr algn="ctr">
              <a:defRPr sz="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480272"/>
            <a:ext cx="5486400" cy="220768"/>
          </a:xfrm>
        </p:spPr>
        <p:txBody>
          <a:bodyPr/>
          <a:lstStyle>
            <a:lvl1pPr marL="0" indent="0" algn="ctr">
              <a:buNone/>
              <a:defRPr sz="320"/>
            </a:lvl1pPr>
            <a:lvl2pPr marL="60945" indent="0" algn="ctr">
              <a:buNone/>
              <a:defRPr sz="267"/>
            </a:lvl2pPr>
            <a:lvl3pPr marL="121890" indent="0" algn="ctr">
              <a:buNone/>
              <a:defRPr sz="240"/>
            </a:lvl3pPr>
            <a:lvl4pPr marL="182834" indent="0" algn="ctr">
              <a:buNone/>
              <a:defRPr sz="213"/>
            </a:lvl4pPr>
            <a:lvl5pPr marL="243779" indent="0" algn="ctr">
              <a:buNone/>
              <a:defRPr sz="213"/>
            </a:lvl5pPr>
            <a:lvl6pPr marL="304724" indent="0" algn="ctr">
              <a:buNone/>
              <a:defRPr sz="213"/>
            </a:lvl6pPr>
            <a:lvl7pPr marL="365669" indent="0" algn="ctr">
              <a:buNone/>
              <a:defRPr sz="213"/>
            </a:lvl7pPr>
            <a:lvl8pPr marL="426613" indent="0" algn="ctr">
              <a:buNone/>
              <a:defRPr sz="213"/>
            </a:lvl8pPr>
            <a:lvl9pPr marL="487558" indent="0" algn="ctr">
              <a:buNone/>
              <a:defRPr sz="21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3AEA6-47BC-574E-9737-4E484F7ECBA2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0BFBC-4D2D-6649-B3D5-6836575BEC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2749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3AEA6-47BC-574E-9737-4E484F7ECBA2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0BFBC-4D2D-6649-B3D5-6836575BEC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2887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9110" y="227965"/>
            <a:ext cx="6309360" cy="380365"/>
          </a:xfrm>
        </p:spPr>
        <p:txBody>
          <a:bodyPr anchor="b"/>
          <a:lstStyle>
            <a:lvl1pPr>
              <a:defRPr sz="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9110" y="611928"/>
            <a:ext cx="6309360" cy="200025"/>
          </a:xfrm>
        </p:spPr>
        <p:txBody>
          <a:bodyPr/>
          <a:lstStyle>
            <a:lvl1pPr marL="0" indent="0">
              <a:buNone/>
              <a:defRPr sz="320">
                <a:solidFill>
                  <a:schemeClr val="tx1">
                    <a:tint val="82000"/>
                  </a:schemeClr>
                </a:solidFill>
              </a:defRPr>
            </a:lvl1pPr>
            <a:lvl2pPr marL="60945" indent="0">
              <a:buNone/>
              <a:defRPr sz="267">
                <a:solidFill>
                  <a:schemeClr val="tx1">
                    <a:tint val="82000"/>
                  </a:schemeClr>
                </a:solidFill>
              </a:defRPr>
            </a:lvl2pPr>
            <a:lvl3pPr marL="121890" indent="0">
              <a:buNone/>
              <a:defRPr sz="240">
                <a:solidFill>
                  <a:schemeClr val="tx1">
                    <a:tint val="82000"/>
                  </a:schemeClr>
                </a:solidFill>
              </a:defRPr>
            </a:lvl3pPr>
            <a:lvl4pPr marL="182834" indent="0">
              <a:buNone/>
              <a:defRPr sz="213">
                <a:solidFill>
                  <a:schemeClr val="tx1">
                    <a:tint val="82000"/>
                  </a:schemeClr>
                </a:solidFill>
              </a:defRPr>
            </a:lvl4pPr>
            <a:lvl5pPr marL="243779" indent="0">
              <a:buNone/>
              <a:defRPr sz="213">
                <a:solidFill>
                  <a:schemeClr val="tx1">
                    <a:tint val="82000"/>
                  </a:schemeClr>
                </a:solidFill>
              </a:defRPr>
            </a:lvl5pPr>
            <a:lvl6pPr marL="304724" indent="0">
              <a:buNone/>
              <a:defRPr sz="213">
                <a:solidFill>
                  <a:schemeClr val="tx1">
                    <a:tint val="82000"/>
                  </a:schemeClr>
                </a:solidFill>
              </a:defRPr>
            </a:lvl6pPr>
            <a:lvl7pPr marL="365669" indent="0">
              <a:buNone/>
              <a:defRPr sz="213">
                <a:solidFill>
                  <a:schemeClr val="tx1">
                    <a:tint val="82000"/>
                  </a:schemeClr>
                </a:solidFill>
              </a:defRPr>
            </a:lvl7pPr>
            <a:lvl8pPr marL="426613" indent="0">
              <a:buNone/>
              <a:defRPr sz="213">
                <a:solidFill>
                  <a:schemeClr val="tx1">
                    <a:tint val="82000"/>
                  </a:schemeClr>
                </a:solidFill>
              </a:defRPr>
            </a:lvl8pPr>
            <a:lvl9pPr marL="487558" indent="0">
              <a:buNone/>
              <a:defRPr sz="21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3AEA6-47BC-574E-9737-4E484F7ECBA2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0BFBC-4D2D-6649-B3D5-6836575BEC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6158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2920" y="243417"/>
            <a:ext cx="3108960" cy="58017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703320" y="243417"/>
            <a:ext cx="3108960" cy="58017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3AEA6-47BC-574E-9737-4E484F7ECBA2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0BFBC-4D2D-6649-B3D5-6836575BEC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0259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873" y="48683"/>
            <a:ext cx="6309360" cy="17674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3873" y="224155"/>
            <a:ext cx="3094672" cy="109855"/>
          </a:xfrm>
        </p:spPr>
        <p:txBody>
          <a:bodyPr anchor="b"/>
          <a:lstStyle>
            <a:lvl1pPr marL="0" indent="0">
              <a:buNone/>
              <a:defRPr sz="320" b="1"/>
            </a:lvl1pPr>
            <a:lvl2pPr marL="60945" indent="0">
              <a:buNone/>
              <a:defRPr sz="267" b="1"/>
            </a:lvl2pPr>
            <a:lvl3pPr marL="121890" indent="0">
              <a:buNone/>
              <a:defRPr sz="240" b="1"/>
            </a:lvl3pPr>
            <a:lvl4pPr marL="182834" indent="0">
              <a:buNone/>
              <a:defRPr sz="213" b="1"/>
            </a:lvl4pPr>
            <a:lvl5pPr marL="243779" indent="0">
              <a:buNone/>
              <a:defRPr sz="213" b="1"/>
            </a:lvl5pPr>
            <a:lvl6pPr marL="304724" indent="0">
              <a:buNone/>
              <a:defRPr sz="213" b="1"/>
            </a:lvl6pPr>
            <a:lvl7pPr marL="365669" indent="0">
              <a:buNone/>
              <a:defRPr sz="213" b="1"/>
            </a:lvl7pPr>
            <a:lvl8pPr marL="426613" indent="0">
              <a:buNone/>
              <a:defRPr sz="213" b="1"/>
            </a:lvl8pPr>
            <a:lvl9pPr marL="487558" indent="0">
              <a:buNone/>
              <a:defRPr sz="21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3873" y="334010"/>
            <a:ext cx="3094672" cy="49127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703320" y="224155"/>
            <a:ext cx="3109913" cy="109855"/>
          </a:xfrm>
        </p:spPr>
        <p:txBody>
          <a:bodyPr anchor="b"/>
          <a:lstStyle>
            <a:lvl1pPr marL="0" indent="0">
              <a:buNone/>
              <a:defRPr sz="320" b="1"/>
            </a:lvl1pPr>
            <a:lvl2pPr marL="60945" indent="0">
              <a:buNone/>
              <a:defRPr sz="267" b="1"/>
            </a:lvl2pPr>
            <a:lvl3pPr marL="121890" indent="0">
              <a:buNone/>
              <a:defRPr sz="240" b="1"/>
            </a:lvl3pPr>
            <a:lvl4pPr marL="182834" indent="0">
              <a:buNone/>
              <a:defRPr sz="213" b="1"/>
            </a:lvl4pPr>
            <a:lvl5pPr marL="243779" indent="0">
              <a:buNone/>
              <a:defRPr sz="213" b="1"/>
            </a:lvl5pPr>
            <a:lvl6pPr marL="304724" indent="0">
              <a:buNone/>
              <a:defRPr sz="213" b="1"/>
            </a:lvl6pPr>
            <a:lvl7pPr marL="365669" indent="0">
              <a:buNone/>
              <a:defRPr sz="213" b="1"/>
            </a:lvl7pPr>
            <a:lvl8pPr marL="426613" indent="0">
              <a:buNone/>
              <a:defRPr sz="213" b="1"/>
            </a:lvl8pPr>
            <a:lvl9pPr marL="487558" indent="0">
              <a:buNone/>
              <a:defRPr sz="21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703320" y="334010"/>
            <a:ext cx="3109913" cy="49127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3AEA6-47BC-574E-9737-4E484F7ECBA2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0BFBC-4D2D-6649-B3D5-6836575BEC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9051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3AEA6-47BC-574E-9737-4E484F7ECBA2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0BFBC-4D2D-6649-B3D5-6836575BEC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0245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3AEA6-47BC-574E-9737-4E484F7ECBA2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0BFBC-4D2D-6649-B3D5-6836575BEC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7897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873" y="60960"/>
            <a:ext cx="2359342" cy="213360"/>
          </a:xfrm>
        </p:spPr>
        <p:txBody>
          <a:bodyPr anchor="b"/>
          <a:lstStyle>
            <a:lvl1pPr>
              <a:defRPr sz="42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09913" y="131657"/>
            <a:ext cx="3703320" cy="649817"/>
          </a:xfrm>
        </p:spPr>
        <p:txBody>
          <a:bodyPr/>
          <a:lstStyle>
            <a:lvl1pPr>
              <a:defRPr sz="427"/>
            </a:lvl1pPr>
            <a:lvl2pPr>
              <a:defRPr sz="373"/>
            </a:lvl2pPr>
            <a:lvl3pPr>
              <a:defRPr sz="320"/>
            </a:lvl3pPr>
            <a:lvl4pPr>
              <a:defRPr sz="267"/>
            </a:lvl4pPr>
            <a:lvl5pPr>
              <a:defRPr sz="267"/>
            </a:lvl5pPr>
            <a:lvl6pPr>
              <a:defRPr sz="267"/>
            </a:lvl6pPr>
            <a:lvl7pPr>
              <a:defRPr sz="267"/>
            </a:lvl7pPr>
            <a:lvl8pPr>
              <a:defRPr sz="267"/>
            </a:lvl8pPr>
            <a:lvl9pPr>
              <a:defRPr sz="2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3873" y="274320"/>
            <a:ext cx="2359342" cy="508212"/>
          </a:xfrm>
        </p:spPr>
        <p:txBody>
          <a:bodyPr/>
          <a:lstStyle>
            <a:lvl1pPr marL="0" indent="0">
              <a:buNone/>
              <a:defRPr sz="213"/>
            </a:lvl1pPr>
            <a:lvl2pPr marL="60945" indent="0">
              <a:buNone/>
              <a:defRPr sz="187"/>
            </a:lvl2pPr>
            <a:lvl3pPr marL="121890" indent="0">
              <a:buNone/>
              <a:defRPr sz="160"/>
            </a:lvl3pPr>
            <a:lvl4pPr marL="182834" indent="0">
              <a:buNone/>
              <a:defRPr sz="133"/>
            </a:lvl4pPr>
            <a:lvl5pPr marL="243779" indent="0">
              <a:buNone/>
              <a:defRPr sz="133"/>
            </a:lvl5pPr>
            <a:lvl6pPr marL="304724" indent="0">
              <a:buNone/>
              <a:defRPr sz="133"/>
            </a:lvl6pPr>
            <a:lvl7pPr marL="365669" indent="0">
              <a:buNone/>
              <a:defRPr sz="133"/>
            </a:lvl7pPr>
            <a:lvl8pPr marL="426613" indent="0">
              <a:buNone/>
              <a:defRPr sz="133"/>
            </a:lvl8pPr>
            <a:lvl9pPr marL="487558" indent="0">
              <a:buNone/>
              <a:defRPr sz="1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3AEA6-47BC-574E-9737-4E484F7ECBA2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0BFBC-4D2D-6649-B3D5-6836575BEC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9525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873" y="60960"/>
            <a:ext cx="2359342" cy="213360"/>
          </a:xfrm>
        </p:spPr>
        <p:txBody>
          <a:bodyPr anchor="b"/>
          <a:lstStyle>
            <a:lvl1pPr>
              <a:defRPr sz="42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109913" y="131657"/>
            <a:ext cx="3703320" cy="649817"/>
          </a:xfrm>
        </p:spPr>
        <p:txBody>
          <a:bodyPr anchor="t"/>
          <a:lstStyle>
            <a:lvl1pPr marL="0" indent="0">
              <a:buNone/>
              <a:defRPr sz="427"/>
            </a:lvl1pPr>
            <a:lvl2pPr marL="60945" indent="0">
              <a:buNone/>
              <a:defRPr sz="373"/>
            </a:lvl2pPr>
            <a:lvl3pPr marL="121890" indent="0">
              <a:buNone/>
              <a:defRPr sz="320"/>
            </a:lvl3pPr>
            <a:lvl4pPr marL="182834" indent="0">
              <a:buNone/>
              <a:defRPr sz="267"/>
            </a:lvl4pPr>
            <a:lvl5pPr marL="243779" indent="0">
              <a:buNone/>
              <a:defRPr sz="267"/>
            </a:lvl5pPr>
            <a:lvl6pPr marL="304724" indent="0">
              <a:buNone/>
              <a:defRPr sz="267"/>
            </a:lvl6pPr>
            <a:lvl7pPr marL="365669" indent="0">
              <a:buNone/>
              <a:defRPr sz="267"/>
            </a:lvl7pPr>
            <a:lvl8pPr marL="426613" indent="0">
              <a:buNone/>
              <a:defRPr sz="267"/>
            </a:lvl8pPr>
            <a:lvl9pPr marL="487558" indent="0">
              <a:buNone/>
              <a:defRPr sz="26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3873" y="274320"/>
            <a:ext cx="2359342" cy="508212"/>
          </a:xfrm>
        </p:spPr>
        <p:txBody>
          <a:bodyPr/>
          <a:lstStyle>
            <a:lvl1pPr marL="0" indent="0">
              <a:buNone/>
              <a:defRPr sz="213"/>
            </a:lvl1pPr>
            <a:lvl2pPr marL="60945" indent="0">
              <a:buNone/>
              <a:defRPr sz="187"/>
            </a:lvl2pPr>
            <a:lvl3pPr marL="121890" indent="0">
              <a:buNone/>
              <a:defRPr sz="160"/>
            </a:lvl3pPr>
            <a:lvl4pPr marL="182834" indent="0">
              <a:buNone/>
              <a:defRPr sz="133"/>
            </a:lvl4pPr>
            <a:lvl5pPr marL="243779" indent="0">
              <a:buNone/>
              <a:defRPr sz="133"/>
            </a:lvl5pPr>
            <a:lvl6pPr marL="304724" indent="0">
              <a:buNone/>
              <a:defRPr sz="133"/>
            </a:lvl6pPr>
            <a:lvl7pPr marL="365669" indent="0">
              <a:buNone/>
              <a:defRPr sz="133"/>
            </a:lvl7pPr>
            <a:lvl8pPr marL="426613" indent="0">
              <a:buNone/>
              <a:defRPr sz="133"/>
            </a:lvl8pPr>
            <a:lvl9pPr marL="487558" indent="0">
              <a:buNone/>
              <a:defRPr sz="1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3AEA6-47BC-574E-9737-4E484F7ECBA2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0BFBC-4D2D-6649-B3D5-6836575BEC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8961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3AEA6-47BC-574E-9737-4E484F7ECBA2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0BFBC-4D2D-6649-B3D5-6836575BEC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4205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234940" y="48683"/>
            <a:ext cx="1577340" cy="7749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2920" y="48683"/>
            <a:ext cx="4640580" cy="77491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3AEA6-47BC-574E-9737-4E484F7ECBA2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0BFBC-4D2D-6649-B3D5-6836575BEC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2511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2920" y="48683"/>
            <a:ext cx="6309360" cy="1767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2920" y="243417"/>
            <a:ext cx="6309360" cy="5801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2920" y="847514"/>
            <a:ext cx="1645920" cy="486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13AEA6-47BC-574E-9737-4E484F7ECBA2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423160" y="847514"/>
            <a:ext cx="2468880" cy="486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166360" y="847514"/>
            <a:ext cx="1645920" cy="486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40BFBC-4D2D-6649-B3D5-6836575BEC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2866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121890" rtl="0" eaLnBrk="1" latinLnBrk="0" hangingPunct="1">
        <a:lnSpc>
          <a:spcPct val="90000"/>
        </a:lnSpc>
        <a:spcBef>
          <a:spcPct val="0"/>
        </a:spcBef>
        <a:buNone/>
        <a:defRPr sz="58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2" indent="-30472" algn="l" defTabSz="121890" rtl="0" eaLnBrk="1" latinLnBrk="0" hangingPunct="1">
        <a:lnSpc>
          <a:spcPct val="90000"/>
        </a:lnSpc>
        <a:spcBef>
          <a:spcPts val="133"/>
        </a:spcBef>
        <a:buFont typeface="Arial" panose="020B0604020202020204" pitchFamily="34" charset="0"/>
        <a:buChar char="•"/>
        <a:defRPr sz="373" kern="1200">
          <a:solidFill>
            <a:schemeClr val="tx1"/>
          </a:solidFill>
          <a:latin typeface="+mn-lt"/>
          <a:ea typeface="+mn-ea"/>
          <a:cs typeface="+mn-cs"/>
        </a:defRPr>
      </a:lvl1pPr>
      <a:lvl2pPr marL="91417" indent="-30472" algn="l" defTabSz="121890" rtl="0" eaLnBrk="1" latinLnBrk="0" hangingPunct="1">
        <a:lnSpc>
          <a:spcPct val="90000"/>
        </a:lnSpc>
        <a:spcBef>
          <a:spcPts val="67"/>
        </a:spcBef>
        <a:buFont typeface="Arial" panose="020B0604020202020204" pitchFamily="34" charset="0"/>
        <a:buChar char="•"/>
        <a:defRPr sz="320" kern="1200">
          <a:solidFill>
            <a:schemeClr val="tx1"/>
          </a:solidFill>
          <a:latin typeface="+mn-lt"/>
          <a:ea typeface="+mn-ea"/>
          <a:cs typeface="+mn-cs"/>
        </a:defRPr>
      </a:lvl2pPr>
      <a:lvl3pPr marL="152362" indent="-30472" algn="l" defTabSz="121890" rtl="0" eaLnBrk="1" latinLnBrk="0" hangingPunct="1">
        <a:lnSpc>
          <a:spcPct val="90000"/>
        </a:lnSpc>
        <a:spcBef>
          <a:spcPts val="67"/>
        </a:spcBef>
        <a:buFont typeface="Arial" panose="020B0604020202020204" pitchFamily="34" charset="0"/>
        <a:buChar char="•"/>
        <a:defRPr sz="2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07" indent="-30472" algn="l" defTabSz="121890" rtl="0" eaLnBrk="1" latinLnBrk="0" hangingPunct="1">
        <a:lnSpc>
          <a:spcPct val="90000"/>
        </a:lnSpc>
        <a:spcBef>
          <a:spcPts val="67"/>
        </a:spcBef>
        <a:buFont typeface="Arial" panose="020B0604020202020204" pitchFamily="34" charset="0"/>
        <a:buChar char="•"/>
        <a:defRPr sz="240" kern="1200">
          <a:solidFill>
            <a:schemeClr val="tx1"/>
          </a:solidFill>
          <a:latin typeface="+mn-lt"/>
          <a:ea typeface="+mn-ea"/>
          <a:cs typeface="+mn-cs"/>
        </a:defRPr>
      </a:lvl4pPr>
      <a:lvl5pPr marL="274251" indent="-30472" algn="l" defTabSz="121890" rtl="0" eaLnBrk="1" latinLnBrk="0" hangingPunct="1">
        <a:lnSpc>
          <a:spcPct val="90000"/>
        </a:lnSpc>
        <a:spcBef>
          <a:spcPts val="67"/>
        </a:spcBef>
        <a:buFont typeface="Arial" panose="020B0604020202020204" pitchFamily="34" charset="0"/>
        <a:buChar char="•"/>
        <a:defRPr sz="240" kern="1200">
          <a:solidFill>
            <a:schemeClr val="tx1"/>
          </a:solidFill>
          <a:latin typeface="+mn-lt"/>
          <a:ea typeface="+mn-ea"/>
          <a:cs typeface="+mn-cs"/>
        </a:defRPr>
      </a:lvl5pPr>
      <a:lvl6pPr marL="335196" indent="-30472" algn="l" defTabSz="121890" rtl="0" eaLnBrk="1" latinLnBrk="0" hangingPunct="1">
        <a:lnSpc>
          <a:spcPct val="90000"/>
        </a:lnSpc>
        <a:spcBef>
          <a:spcPts val="67"/>
        </a:spcBef>
        <a:buFont typeface="Arial" panose="020B0604020202020204" pitchFamily="34" charset="0"/>
        <a:buChar char="•"/>
        <a:defRPr sz="240" kern="1200">
          <a:solidFill>
            <a:schemeClr val="tx1"/>
          </a:solidFill>
          <a:latin typeface="+mn-lt"/>
          <a:ea typeface="+mn-ea"/>
          <a:cs typeface="+mn-cs"/>
        </a:defRPr>
      </a:lvl6pPr>
      <a:lvl7pPr marL="396141" indent="-30472" algn="l" defTabSz="121890" rtl="0" eaLnBrk="1" latinLnBrk="0" hangingPunct="1">
        <a:lnSpc>
          <a:spcPct val="90000"/>
        </a:lnSpc>
        <a:spcBef>
          <a:spcPts val="67"/>
        </a:spcBef>
        <a:buFont typeface="Arial" panose="020B0604020202020204" pitchFamily="34" charset="0"/>
        <a:buChar char="•"/>
        <a:defRPr sz="240" kern="1200">
          <a:solidFill>
            <a:schemeClr val="tx1"/>
          </a:solidFill>
          <a:latin typeface="+mn-lt"/>
          <a:ea typeface="+mn-ea"/>
          <a:cs typeface="+mn-cs"/>
        </a:defRPr>
      </a:lvl7pPr>
      <a:lvl8pPr marL="457086" indent="-30472" algn="l" defTabSz="121890" rtl="0" eaLnBrk="1" latinLnBrk="0" hangingPunct="1">
        <a:lnSpc>
          <a:spcPct val="90000"/>
        </a:lnSpc>
        <a:spcBef>
          <a:spcPts val="67"/>
        </a:spcBef>
        <a:buFont typeface="Arial" panose="020B0604020202020204" pitchFamily="34" charset="0"/>
        <a:buChar char="•"/>
        <a:defRPr sz="240" kern="1200">
          <a:solidFill>
            <a:schemeClr val="tx1"/>
          </a:solidFill>
          <a:latin typeface="+mn-lt"/>
          <a:ea typeface="+mn-ea"/>
          <a:cs typeface="+mn-cs"/>
        </a:defRPr>
      </a:lvl8pPr>
      <a:lvl9pPr marL="518030" indent="-30472" algn="l" defTabSz="121890" rtl="0" eaLnBrk="1" latinLnBrk="0" hangingPunct="1">
        <a:lnSpc>
          <a:spcPct val="90000"/>
        </a:lnSpc>
        <a:spcBef>
          <a:spcPts val="67"/>
        </a:spcBef>
        <a:buFont typeface="Arial" panose="020B0604020202020204" pitchFamily="34" charset="0"/>
        <a:buChar char="•"/>
        <a:defRPr sz="2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90" rtl="0" eaLnBrk="1" latinLnBrk="0" hangingPunct="1">
        <a:defRPr sz="240" kern="1200">
          <a:solidFill>
            <a:schemeClr val="tx1"/>
          </a:solidFill>
          <a:latin typeface="+mn-lt"/>
          <a:ea typeface="+mn-ea"/>
          <a:cs typeface="+mn-cs"/>
        </a:defRPr>
      </a:lvl1pPr>
      <a:lvl2pPr marL="60945" algn="l" defTabSz="121890" rtl="0" eaLnBrk="1" latinLnBrk="0" hangingPunct="1">
        <a:defRPr sz="24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0" algn="l" defTabSz="121890" rtl="0" eaLnBrk="1" latinLnBrk="0" hangingPunct="1">
        <a:defRPr sz="240" kern="1200">
          <a:solidFill>
            <a:schemeClr val="tx1"/>
          </a:solidFill>
          <a:latin typeface="+mn-lt"/>
          <a:ea typeface="+mn-ea"/>
          <a:cs typeface="+mn-cs"/>
        </a:defRPr>
      </a:lvl3pPr>
      <a:lvl4pPr marL="182834" algn="l" defTabSz="121890" rtl="0" eaLnBrk="1" latinLnBrk="0" hangingPunct="1">
        <a:defRPr sz="240" kern="1200">
          <a:solidFill>
            <a:schemeClr val="tx1"/>
          </a:solidFill>
          <a:latin typeface="+mn-lt"/>
          <a:ea typeface="+mn-ea"/>
          <a:cs typeface="+mn-cs"/>
        </a:defRPr>
      </a:lvl4pPr>
      <a:lvl5pPr marL="243779" algn="l" defTabSz="121890" rtl="0" eaLnBrk="1" latinLnBrk="0" hangingPunct="1">
        <a:defRPr sz="240" kern="1200">
          <a:solidFill>
            <a:schemeClr val="tx1"/>
          </a:solidFill>
          <a:latin typeface="+mn-lt"/>
          <a:ea typeface="+mn-ea"/>
          <a:cs typeface="+mn-cs"/>
        </a:defRPr>
      </a:lvl5pPr>
      <a:lvl6pPr marL="304724" algn="l" defTabSz="121890" rtl="0" eaLnBrk="1" latinLnBrk="0" hangingPunct="1">
        <a:defRPr sz="240" kern="1200">
          <a:solidFill>
            <a:schemeClr val="tx1"/>
          </a:solidFill>
          <a:latin typeface="+mn-lt"/>
          <a:ea typeface="+mn-ea"/>
          <a:cs typeface="+mn-cs"/>
        </a:defRPr>
      </a:lvl6pPr>
      <a:lvl7pPr marL="365669" algn="l" defTabSz="121890" rtl="0" eaLnBrk="1" latinLnBrk="0" hangingPunct="1">
        <a:defRPr sz="240" kern="1200">
          <a:solidFill>
            <a:schemeClr val="tx1"/>
          </a:solidFill>
          <a:latin typeface="+mn-lt"/>
          <a:ea typeface="+mn-ea"/>
          <a:cs typeface="+mn-cs"/>
        </a:defRPr>
      </a:lvl7pPr>
      <a:lvl8pPr marL="426613" algn="l" defTabSz="121890" rtl="0" eaLnBrk="1" latinLnBrk="0" hangingPunct="1">
        <a:defRPr sz="240" kern="1200">
          <a:solidFill>
            <a:schemeClr val="tx1"/>
          </a:solidFill>
          <a:latin typeface="+mn-lt"/>
          <a:ea typeface="+mn-ea"/>
          <a:cs typeface="+mn-cs"/>
        </a:defRPr>
      </a:lvl8pPr>
      <a:lvl9pPr marL="487558" algn="l" defTabSz="121890" rtl="0" eaLnBrk="1" latinLnBrk="0" hangingPunct="1">
        <a:defRPr sz="2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10F917CC-1B38-0797-070E-A7E19907775F}"/>
              </a:ext>
            </a:extLst>
          </p:cNvPr>
          <p:cNvGrpSpPr>
            <a:grpSpLocks noChangeAspect="1"/>
          </p:cNvGrpSpPr>
          <p:nvPr/>
        </p:nvGrpSpPr>
        <p:grpSpPr>
          <a:xfrm>
            <a:off x="8614" y="111752"/>
            <a:ext cx="7297972" cy="690895"/>
            <a:chOff x="566586" y="324928"/>
            <a:chExt cx="6794215" cy="643205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AC653343-FC6C-2BAA-6F11-30CB1C5F5D5E}"/>
                </a:ext>
              </a:extLst>
            </p:cNvPr>
            <p:cNvSpPr txBox="1"/>
            <p:nvPr/>
          </p:nvSpPr>
          <p:spPr>
            <a:xfrm>
              <a:off x="1620372" y="324928"/>
              <a:ext cx="4686643" cy="6399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867" dirty="0">
                  <a:solidFill>
                    <a:srgbClr val="0D5B91"/>
                  </a:solidFill>
                </a:rPr>
                <a:t>CAF Agent of the Week</a:t>
              </a:r>
            </a:p>
          </p:txBody>
        </p:sp>
        <p:pic>
          <p:nvPicPr>
            <p:cNvPr id="6" name="Picture 5" descr="A blue and white coffee cup with robots around it  AI-generated content may be incorrect.">
              <a:extLst>
                <a:ext uri="{FF2B5EF4-FFF2-40B4-BE49-F238E27FC236}">
                  <a16:creationId xmlns:a16="http://schemas.microsoft.com/office/drawing/2014/main" id="{45B1D049-FBBA-B242-24AD-89B15B38CD8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66586" y="328053"/>
              <a:ext cx="716148" cy="640080"/>
            </a:xfrm>
            <a:prstGeom prst="rect">
              <a:avLst/>
            </a:prstGeom>
          </p:spPr>
        </p:pic>
        <p:pic>
          <p:nvPicPr>
            <p:cNvPr id="7" name="Picture 6" descr="A blue and white coffee cup with robots around it  AI-generated content may be incorrect.">
              <a:extLst>
                <a:ext uri="{FF2B5EF4-FFF2-40B4-BE49-F238E27FC236}">
                  <a16:creationId xmlns:a16="http://schemas.microsoft.com/office/drawing/2014/main" id="{1F677A98-217F-B5F6-60C7-AC314B78B39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644653" y="328053"/>
              <a:ext cx="716148" cy="64008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569954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34</TotalTime>
  <Words>5</Words>
  <Application>Microsoft Office PowerPoint</Application>
  <PresentationFormat>Banner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Ian Foster</dc:creator>
  <cp:lastModifiedBy>Suter, Fred</cp:lastModifiedBy>
  <cp:revision>2</cp:revision>
  <cp:lastPrinted>2026-01-09T12:41:47Z</cp:lastPrinted>
  <dcterms:created xsi:type="dcterms:W3CDTF">2026-01-09T12:38:38Z</dcterms:created>
  <dcterms:modified xsi:type="dcterms:W3CDTF">2026-01-14T15:37:24Z</dcterms:modified>
</cp:coreProperties>
</file>